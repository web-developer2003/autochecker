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820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217920" y="1097280"/>
            <a:ext cx="3474720" cy="3474720"/>
          </a:xfrm>
          <a:prstGeom prst="ellipse">
            <a:avLst/>
          </a:prstGeom>
          <a:solidFill>
            <a:srgbClr val="500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3B30"/>
                </a:solidFill>
              </a:rPr>
              <a:t>AutoChecker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B0B0"/>
                </a:solidFill>
              </a:rPr>
              <a:t>Verify Any Vehicle. Instantly.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08080"/>
                </a:solidFill>
              </a:rPr>
              <a:t>Mobile Application — Final Project 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97480"/>
            <a:ext cx="3200400" cy="13716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0B0B0"/>
                </a:solidFill>
              </a:rPr>
              <a:t>Team  INZOCO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906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080"/>
                </a:solidFill>
              </a:rPr>
              <a:t>Jahongir Islomov (230033)  ·  UI &amp; Android Dev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4670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080"/>
                </a:solidFill>
              </a:rPr>
              <a:t>Axror Nosirov (230085)  ·  Backend Dev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027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080"/>
                </a:solidFill>
              </a:rPr>
              <a:t>Jamshid Vakhobov (230165)  ·  Android &amp; 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79" y="731520"/>
            <a:ext cx="1828800" cy="3657600"/>
          </a:xfrm>
          <a:prstGeom prst="rect">
            <a:avLst/>
          </a:prstGeom>
          <a:solidFill>
            <a:srgbClr val="1C1C1C"/>
          </a:solidFill>
          <a:ln w="1905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screen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687" y="841248"/>
            <a:ext cx="1700784" cy="343814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269479" y="4334256"/>
            <a:ext cx="457200" cy="22860"/>
          </a:xfrm>
          <a:prstGeom prst="rect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4800600"/>
            <a:ext cx="8229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solidFill>
                  <a:srgbClr val="808080"/>
                </a:solidFill>
              </a:rPr>
              <a:t>MODERN WEB &amp; MOBILE APPLICATIONS  ·  202</a:t>
            </a:r>
            <a:r>
              <a:rPr lang="en-US" sz="900" b="0" i="0" dirty="0">
                <a:solidFill>
                  <a:srgbClr val="808080"/>
                </a:solidFill>
              </a:rPr>
              <a:t>6</a:t>
            </a:r>
            <a:endParaRPr sz="900" b="0" i="0" dirty="0">
              <a:solidFill>
                <a:srgbClr val="80808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3B30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Buying a Used Car is a Gamble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6187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0B0"/>
                </a:solidFill>
              </a:rPr>
              <a:t>Consumers have no simple, affordable way to verify vehicle history before purchase.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920240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85216" y="1975104"/>
            <a:ext cx="530352" cy="530352"/>
          </a:xfrm>
          <a:prstGeom prst="ellipse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85216" y="1975104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3B30"/>
                </a:solidFill>
              </a:rPr>
              <a:t>ACC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7007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Hidden Accident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17520"/>
            <a:ext cx="17007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0B0"/>
                </a:solidFill>
              </a:rPr>
              <a:t>Sellers conceal past collisions &amp; damage reports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1828800"/>
            <a:ext cx="1920240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642616" y="1975104"/>
            <a:ext cx="530352" cy="530352"/>
          </a:xfrm>
          <a:prstGeom prst="ellipse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42616" y="1975104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3B30"/>
                </a:solidFill>
              </a:rPr>
              <a:t>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2606040"/>
            <a:ext cx="17007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Odometer Fraud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4328" y="3017520"/>
            <a:ext cx="17007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0B0"/>
                </a:solidFill>
              </a:rPr>
              <a:t>Mileage rolled back to inflate resale value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1828800"/>
            <a:ext cx="1920240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700016" y="1975104"/>
            <a:ext cx="530352" cy="530352"/>
          </a:xfrm>
          <a:prstGeom prst="ellipse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00016" y="1975104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3B30"/>
                </a:solidFill>
              </a:rPr>
              <a:t>LAW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2606040"/>
            <a:ext cx="17007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Unknown Legal Status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8" y="3017520"/>
            <a:ext cx="17007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0B0"/>
                </a:solidFill>
              </a:rPr>
              <a:t>Stolen, pledged or arrested vehicles re-sold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0" y="1828800"/>
            <a:ext cx="1920240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757416" y="1975104"/>
            <a:ext cx="530352" cy="530352"/>
          </a:xfrm>
          <a:prstGeom prst="ellipse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57416" y="1975104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3B30"/>
                </a:solidFill>
              </a:rPr>
              <a:t>APP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2606040"/>
            <a:ext cx="17007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No Verification Tool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3017520"/>
            <a:ext cx="17007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0B0"/>
                </a:solidFill>
              </a:rPr>
              <a:t>Existing tools are expensive or hard to access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3B30"/>
                </a:solidFill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One App. Complete Vehicle History.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B0B0"/>
                </a:solidFill>
              </a:rPr>
              <a:t>A free Android app that lets anyone look up a vehicle's full history in seconds — by plate or VIN.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27632"/>
            <a:ext cx="4069080" cy="74980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627632"/>
            <a:ext cx="36576" cy="74980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66928" y="1719072"/>
            <a:ext cx="548640" cy="201168"/>
          </a:xfrm>
          <a:prstGeom prst="rect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1719072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3B30"/>
                </a:solidFill>
              </a:rPr>
              <a:t>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70078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Instant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11680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B0B0"/>
                </a:solidFill>
              </a:rPr>
              <a:t>Enter plate or VIN. Get results in under 2 seconds from local DB.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87168"/>
            <a:ext cx="4069080" cy="74980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487168"/>
            <a:ext cx="36576" cy="74980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66928" y="2578608"/>
            <a:ext cx="548640" cy="201168"/>
          </a:xfrm>
          <a:prstGeom prst="rect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2578608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3B30"/>
                </a:solidFill>
              </a:rPr>
              <a:t>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56032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Full History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871216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B0B0"/>
                </a:solidFill>
              </a:rPr>
              <a:t>Accidents, mileage, insurance, legal status &amp; service records.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46704"/>
            <a:ext cx="4069080" cy="74980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3346704"/>
            <a:ext cx="36576" cy="74980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66928" y="3438144"/>
            <a:ext cx="548640" cy="201168"/>
          </a:xfrm>
          <a:prstGeom prst="rect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343814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3B30"/>
                </a:solidFill>
              </a:rPr>
              <a:t>ALERT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41985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Live Alerts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730752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B0B0"/>
                </a:solidFill>
              </a:rPr>
              <a:t>Get notified the moment a saved vehicle's status changes.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1627632"/>
            <a:ext cx="4069080" cy="74980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800600" y="1627632"/>
            <a:ext cx="36576" cy="74980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910328" y="1719072"/>
            <a:ext cx="548640" cy="201168"/>
          </a:xfrm>
          <a:prstGeom prst="rect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10328" y="1719072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3B30"/>
                </a:solidFill>
              </a:rPr>
              <a:t>LANG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170078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Multi-Language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10328" y="2011680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B0B0"/>
                </a:solidFill>
              </a:rPr>
              <a:t>Uzbek, Russian, English — accessible to all local users.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2487168"/>
            <a:ext cx="4069080" cy="74980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800600" y="2487168"/>
            <a:ext cx="36576" cy="74980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910328" y="2578608"/>
            <a:ext cx="548640" cy="201168"/>
          </a:xfrm>
          <a:prstGeom prst="rect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10328" y="2578608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3B30"/>
                </a:solidFill>
              </a:rPr>
              <a:t>CAM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256032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Accident 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10328" y="2871216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B0B0"/>
                </a:solidFill>
              </a:rPr>
              <a:t>Document and submit collision data with photos from your phone.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00600" y="3346704"/>
            <a:ext cx="4069080" cy="74980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800600" y="3346704"/>
            <a:ext cx="36576" cy="74980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910328" y="3438144"/>
            <a:ext cx="548640" cy="201168"/>
          </a:xfrm>
          <a:prstGeom prst="rect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910328" y="343814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3B30"/>
                </a:solidFill>
              </a:rPr>
              <a:t>SAVE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32120" y="341985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Saved Vehicles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10328" y="3730752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B0B0"/>
                </a:solidFill>
              </a:rPr>
              <a:t>Bookmark &amp; track vehicles over time using Jetpack DataStore.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3B30"/>
                </a:solidFill>
              </a:rPr>
              <a:t>APP SCREENS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Authentication &amp; Home 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25880" y="1005840"/>
            <a:ext cx="1920240" cy="3840480"/>
          </a:xfrm>
          <a:prstGeom prst="rect">
            <a:avLst/>
          </a:prstGeom>
          <a:solidFill>
            <a:srgbClr val="1C1C1C"/>
          </a:solidFill>
          <a:ln w="1905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creen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515" y="1018812"/>
            <a:ext cx="1704970" cy="344473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57400" y="4791456"/>
            <a:ext cx="457200" cy="22860"/>
          </a:xfrm>
          <a:prstGeom prst="rect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069080" y="1005840"/>
            <a:ext cx="1920240" cy="3840480"/>
          </a:xfrm>
          <a:prstGeom prst="rect">
            <a:avLst/>
          </a:prstGeom>
          <a:solidFill>
            <a:srgbClr val="1C1C1C"/>
          </a:solidFill>
          <a:ln w="1905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creen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5133" y="1021842"/>
            <a:ext cx="1710759" cy="34564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800600" y="4791456"/>
            <a:ext cx="457200" cy="22860"/>
          </a:xfrm>
          <a:prstGeom prst="rect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34440" y="441883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B0B0B0"/>
                </a:solidFill>
              </a:rPr>
              <a:t>Login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576572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808080"/>
                </a:solidFill>
              </a:rPr>
              <a:t>JWT auth · </a:t>
            </a:r>
            <a:r>
              <a:rPr sz="900" b="0" i="0" dirty="0" err="1">
                <a:solidFill>
                  <a:srgbClr val="808080"/>
                </a:solidFill>
              </a:rPr>
              <a:t>DataStore</a:t>
            </a:r>
            <a:r>
              <a:rPr sz="900" b="0" i="0" dirty="0">
                <a:solidFill>
                  <a:srgbClr val="808080"/>
                </a:solidFill>
              </a:rPr>
              <a:t> token cache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445084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B0B0B0"/>
                </a:solidFill>
              </a:rPr>
              <a:t>Home / Search Screen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459943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808080"/>
                </a:solidFill>
              </a:rPr>
              <a:t>Plate &amp; VIN · Source selector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1188720"/>
            <a:ext cx="1920240" cy="5943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040880" y="1188720"/>
            <a:ext cx="36576" cy="59436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78040" y="123444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Secure Auth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48132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B0B0"/>
                </a:solidFill>
              </a:rPr>
              <a:t>JWT tokens stored safely in DataStore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892808"/>
            <a:ext cx="1920240" cy="5943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040880" y="1892808"/>
            <a:ext cx="36576" cy="59436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78040" y="193852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Smart 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1854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B0B0"/>
                </a:solidFill>
              </a:rPr>
              <a:t>Search by License Plate or VIN number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2596896"/>
            <a:ext cx="1920240" cy="5943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040880" y="2596896"/>
            <a:ext cx="36576" cy="59436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78040" y="264261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Source Select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28895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B0B0"/>
                </a:solidFill>
              </a:rPr>
              <a:t>Local DB / Gov API / Internet sources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0" y="3300984"/>
            <a:ext cx="1920240" cy="5943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040880" y="3300984"/>
            <a:ext cx="36576" cy="59436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78040" y="3346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Quick Access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8040" y="35935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B0B0"/>
                </a:solidFill>
              </a:rPr>
              <a:t>Report accidents directly from home screen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3B30"/>
                </a:solidFill>
              </a:rPr>
              <a:t>APP SCREENS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Vehicle Summary &amp; Full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1325880" y="1005840"/>
            <a:ext cx="1920240" cy="3840480"/>
          </a:xfrm>
          <a:prstGeom prst="rect">
            <a:avLst/>
          </a:prstGeom>
          <a:solidFill>
            <a:srgbClr val="1C1C1C"/>
          </a:solidFill>
          <a:ln w="1905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creen_vehicl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888" y="1115568"/>
            <a:ext cx="1792224" cy="362102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57400" y="4791456"/>
            <a:ext cx="457200" cy="22860"/>
          </a:xfrm>
          <a:prstGeom prst="rect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069080" y="1005840"/>
            <a:ext cx="1920240" cy="3840480"/>
          </a:xfrm>
          <a:prstGeom prst="rect">
            <a:avLst/>
          </a:prstGeom>
          <a:solidFill>
            <a:srgbClr val="1C1C1C"/>
          </a:solidFill>
          <a:ln w="1905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creen_full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088" y="1115568"/>
            <a:ext cx="1792224" cy="36210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800600" y="4791456"/>
            <a:ext cx="457200" cy="22860"/>
          </a:xfrm>
          <a:prstGeom prst="rect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34440" y="434286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B0B0B0"/>
                </a:solidFill>
              </a:rPr>
              <a:t>Vehicle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517136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808080"/>
                </a:solidFill>
              </a:rPr>
              <a:t>Specs · Legal · Save bookmark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434286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B0B0B0"/>
                </a:solidFill>
              </a:rPr>
              <a:t>Full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452856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808080"/>
                </a:solidFill>
              </a:rPr>
              <a:t>Accidents · Mileage · Insurance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1188720"/>
            <a:ext cx="1920240" cy="5943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040880" y="1188720"/>
            <a:ext cx="36576" cy="59436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78040" y="123444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Status Badge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48132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B0B0"/>
                </a:solidFill>
              </a:rPr>
              <a:t>CLEAN / WARNING / STOLEN at a glance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892808"/>
            <a:ext cx="1920240" cy="5943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040880" y="1892808"/>
            <a:ext cx="36576" cy="59436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78040" y="193852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Legal Checks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1854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B0B0"/>
                </a:solidFill>
              </a:rPr>
              <a:t>Stolen · Pledge · Restrictions · Arrest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2596896"/>
            <a:ext cx="1920240" cy="5943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040880" y="2596896"/>
            <a:ext cx="36576" cy="59436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78040" y="264261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Accident History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28895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B0B0"/>
                </a:solidFill>
              </a:rPr>
              <a:t>Full timeline with severity &amp; repair status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0" y="3300984"/>
            <a:ext cx="1920240" cy="5943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040880" y="3300984"/>
            <a:ext cx="36576" cy="59436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78040" y="3346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Mileage Chart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8040" y="35935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B0B0"/>
                </a:solidFill>
              </a:rPr>
              <a:t>Year-by-year odometer trend visualization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3B30"/>
                </a:solidFill>
              </a:rPr>
              <a:t>APP SCREENS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Report Accident &amp; Search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1325880" y="1005840"/>
            <a:ext cx="1920240" cy="3840480"/>
          </a:xfrm>
          <a:prstGeom prst="rect">
            <a:avLst/>
          </a:prstGeom>
          <a:solidFill>
            <a:srgbClr val="1C1C1C"/>
          </a:solidFill>
          <a:ln w="1905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creen_report_acci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888" y="1115568"/>
            <a:ext cx="1792224" cy="362102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57400" y="4791456"/>
            <a:ext cx="457200" cy="22860"/>
          </a:xfrm>
          <a:prstGeom prst="rect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069080" y="1005840"/>
            <a:ext cx="1920240" cy="3840480"/>
          </a:xfrm>
          <a:prstGeom prst="rect">
            <a:avLst/>
          </a:prstGeom>
          <a:solidFill>
            <a:srgbClr val="1C1C1C"/>
          </a:solidFill>
          <a:ln w="1905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cree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088" y="1115568"/>
            <a:ext cx="1792224" cy="36210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800600" y="4791456"/>
            <a:ext cx="457200" cy="22860"/>
          </a:xfrm>
          <a:prstGeom prst="rect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34440" y="435254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B0B0B0"/>
                </a:solidFill>
              </a:rPr>
              <a:t>Report Accident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508843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08080"/>
                </a:solidFill>
              </a:rPr>
              <a:t>Plate · Type · Photos · Submit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393319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B0B0B0"/>
                </a:solidFill>
              </a:rPr>
              <a:t>Search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411543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808080"/>
                </a:solidFill>
              </a:rPr>
              <a:t>Paginated · Status color-coded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1188720"/>
            <a:ext cx="1920240" cy="5943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040880" y="1188720"/>
            <a:ext cx="36576" cy="59436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78040" y="123444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Photo Upload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48132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B0B0"/>
                </a:solidFill>
              </a:rPr>
              <a:t>Up to 5 photos per accident report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892808"/>
            <a:ext cx="1920240" cy="5943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040880" y="1892808"/>
            <a:ext cx="36576" cy="59436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78040" y="193852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Accident Types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1854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B0B0"/>
                </a:solidFill>
              </a:rPr>
              <a:t>Rear · Front · Side · Rollover categories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2596896"/>
            <a:ext cx="1920240" cy="5943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040880" y="2596896"/>
            <a:ext cx="36576" cy="59436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78040" y="264261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Full History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28895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B0B0"/>
                </a:solidFill>
              </a:rPr>
              <a:t>Server-side paginated past lookups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0" y="3300984"/>
            <a:ext cx="1920240" cy="5943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040880" y="3300984"/>
            <a:ext cx="36576" cy="59436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78040" y="3346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Color Coding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8040" y="35935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B0B0"/>
                </a:solidFill>
              </a:rPr>
              <a:t>Green CLEAN · Yellow WARNING · Red STOLEN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3B30"/>
                </a:solidFill>
              </a:rPr>
              <a:t>APP SCREENS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Profile, Settings &amp; Saved Vehicles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302252" y="973836"/>
            <a:ext cx="1920240" cy="3840480"/>
          </a:xfrm>
          <a:prstGeom prst="rect">
            <a:avLst/>
          </a:prstGeom>
          <a:solidFill>
            <a:srgbClr val="1C1C1C"/>
          </a:solidFill>
          <a:ln w="1905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1042416"/>
            <a:ext cx="1674553" cy="3383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43400" y="4791456"/>
            <a:ext cx="457200" cy="22860"/>
          </a:xfrm>
          <a:prstGeom prst="rect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63710" y="437311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dirty="0">
                <a:solidFill>
                  <a:srgbClr val="B0B0B0"/>
                </a:solidFill>
              </a:rPr>
              <a:t>Profile &amp; Settings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0812" y="454621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dirty="0">
                <a:solidFill>
                  <a:srgbClr val="808080"/>
                </a:solidFill>
              </a:rPr>
              <a:t>Edit · Language · Appearance · Legal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097280"/>
            <a:ext cx="3474720" cy="640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1097280"/>
            <a:ext cx="36576" cy="64008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1188720"/>
            <a:ext cx="502920" cy="182880"/>
          </a:xfrm>
          <a:prstGeom prst="rect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118872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3B30"/>
                </a:solidFill>
              </a:rPr>
              <a:t>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117043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Edit 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44475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B0B0"/>
                </a:solidFill>
              </a:rPr>
              <a:t>Update name, email, and avatar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847088"/>
            <a:ext cx="3474720" cy="640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1847088"/>
            <a:ext cx="36576" cy="64008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1938528"/>
            <a:ext cx="502920" cy="182880"/>
          </a:xfrm>
          <a:prstGeom prst="rect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1938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3B30"/>
                </a:solidFill>
              </a:rPr>
              <a:t>LANG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192024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Multi-Language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1945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B0B0"/>
                </a:solidFill>
              </a:rPr>
              <a:t>English · Uzbek · Russian supported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596896"/>
            <a:ext cx="3474720" cy="640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2596896"/>
            <a:ext cx="36576" cy="64008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02920" y="2688336"/>
            <a:ext cx="502920" cy="182880"/>
          </a:xfrm>
          <a:prstGeom prst="rect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2920" y="26883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3B30"/>
                </a:solidFill>
              </a:rPr>
              <a:t>DARK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267004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Dark / Light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294436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B0B0"/>
                </a:solidFill>
              </a:rPr>
              <a:t>Follows system theme with manual override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346704"/>
            <a:ext cx="3474720" cy="640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5760" y="3346704"/>
            <a:ext cx="36576" cy="64008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02920" y="3438144"/>
            <a:ext cx="502920" cy="182880"/>
          </a:xfrm>
          <a:prstGeom prst="rect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343814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3B30"/>
                </a:solidFill>
              </a:rPr>
              <a:t>BELL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" y="341985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Notifications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369417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B0B0"/>
                </a:solidFill>
              </a:rPr>
              <a:t>Alerts when saved vehicle status changes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096512"/>
            <a:ext cx="3474720" cy="640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65760" y="4096512"/>
            <a:ext cx="36576" cy="64008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02920" y="4187952"/>
            <a:ext cx="502920" cy="182880"/>
          </a:xfrm>
          <a:prstGeom prst="rect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02920" y="418795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3B30"/>
                </a:solidFill>
              </a:rPr>
              <a:t>LEGAL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" y="4169664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Terms &amp; Privacy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444398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B0B0"/>
                </a:solidFill>
              </a:rPr>
              <a:t>In-app legal documents and privacy policy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1417320"/>
            <a:ext cx="2377440" cy="7315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583680" y="1417320"/>
            <a:ext cx="36576" cy="73152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720840" y="1508760"/>
            <a:ext cx="457200" cy="182880"/>
          </a:xfrm>
          <a:prstGeom prst="rect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720840" y="150876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3B30"/>
                </a:solidFill>
              </a:rPr>
              <a:t>FAV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69480" y="149047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Saved Vehicles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0840" y="178308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B0B0"/>
                </a:solidFill>
              </a:rPr>
              <a:t>Bookmark any vehicle for quick re-check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0" y="2295144"/>
            <a:ext cx="2377440" cy="7315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583680" y="2295144"/>
            <a:ext cx="36576" cy="73152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720840" y="2386584"/>
            <a:ext cx="457200" cy="182880"/>
          </a:xfrm>
          <a:prstGeom prst="rect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720840" y="2386584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3B30"/>
                </a:solidFill>
              </a:rPr>
              <a:t>STORE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69480" y="236829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DataStore Cache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20840" y="2660904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B0B0"/>
                </a:solidFill>
              </a:rPr>
              <a:t>Persists offline using Jetpack DataStore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0" y="3172968"/>
            <a:ext cx="2377440" cy="7315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583680" y="3172968"/>
            <a:ext cx="36576" cy="73152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720840" y="3264408"/>
            <a:ext cx="457200" cy="182880"/>
          </a:xfrm>
          <a:prstGeom prst="rect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720840" y="326440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3B30"/>
                </a:solidFill>
              </a:rPr>
              <a:t>SYNC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69480" y="324612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Re-check Anytime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20840" y="3538728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B0B0"/>
                </a:solidFill>
              </a:rPr>
              <a:t>Re-run search on saved vehicles instantly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3B30"/>
                </a:solidFill>
              </a:rP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AutoChecker Delivers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697480" cy="10972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75488" y="1371600"/>
            <a:ext cx="475488" cy="475488"/>
          </a:xfrm>
          <a:prstGeom prst="ellipse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371600"/>
            <a:ext cx="47548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FF3B30"/>
                </a:solidFill>
              </a:rPr>
              <a:t>VIN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44168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</a:rPr>
              <a:t>VIN / Plate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176479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sz="900" b="0" i="0" dirty="0">
              <a:solidFill>
                <a:srgbClr val="B0B0B0"/>
              </a:solidFill>
            </a:endParaRPr>
          </a:p>
          <a:p>
            <a:pPr algn="l"/>
            <a:r>
              <a:rPr sz="900" b="0" i="0" dirty="0">
                <a:solidFill>
                  <a:srgbClr val="B0B0B0"/>
                </a:solidFill>
              </a:rPr>
              <a:t>Instant lookup via REST API. Results in under 2s from local DB.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91256" y="1234440"/>
            <a:ext cx="2697480" cy="10972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300984" y="1371600"/>
            <a:ext cx="475488" cy="475488"/>
          </a:xfrm>
          <a:prstGeom prst="ellipse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00984" y="137160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3B30"/>
                </a:solidFill>
              </a:rPr>
              <a:t>ACC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77056" y="1344168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Accident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0984" y="176479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sz="900" b="0" i="0" dirty="0">
              <a:solidFill>
                <a:srgbClr val="B0B0B0"/>
              </a:solidFill>
            </a:endParaRPr>
          </a:p>
          <a:p>
            <a:pPr algn="l"/>
            <a:r>
              <a:rPr sz="900" b="0" i="0" dirty="0">
                <a:solidFill>
                  <a:srgbClr val="B0B0B0"/>
                </a:solidFill>
              </a:rPr>
              <a:t>Full collision records with severity, repair status &amp; photos.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2" y="1234440"/>
            <a:ext cx="2697480" cy="10972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126480" y="1371600"/>
            <a:ext cx="475488" cy="475488"/>
          </a:xfrm>
          <a:prstGeom prst="ellipse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0" y="137160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3B30"/>
                </a:solidFill>
              </a:rPr>
              <a:t>LAW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2552" y="1344168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Legal Status 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176479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sz="900" b="0" i="0" dirty="0">
              <a:solidFill>
                <a:srgbClr val="B0B0B0"/>
              </a:solidFill>
            </a:endParaRPr>
          </a:p>
          <a:p>
            <a:pPr algn="l"/>
            <a:r>
              <a:rPr sz="900" b="0" i="0" dirty="0">
                <a:solidFill>
                  <a:srgbClr val="B0B0B0"/>
                </a:solidFill>
              </a:rPr>
              <a:t>Stolen vehicles, pledges, restrictions &amp; arrest flags.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441448"/>
            <a:ext cx="2697480" cy="10972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75488" y="2578608"/>
            <a:ext cx="475488" cy="475488"/>
          </a:xfrm>
          <a:prstGeom prst="ellipse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" y="2578608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3B30"/>
                </a:solidFill>
              </a:rPr>
              <a:t>KM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255117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Mileage Verification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2971800"/>
            <a:ext cx="2514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sz="900" b="0" i="0" dirty="0">
              <a:solidFill>
                <a:srgbClr val="B0B0B0"/>
              </a:solidFill>
            </a:endParaRPr>
          </a:p>
          <a:p>
            <a:pPr algn="l"/>
            <a:r>
              <a:rPr sz="900" b="0" i="0" dirty="0">
                <a:solidFill>
                  <a:srgbClr val="B0B0B0"/>
                </a:solidFill>
              </a:rPr>
              <a:t>Odometer history with year-by-year trend chart.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91256" y="2441448"/>
            <a:ext cx="2697480" cy="10972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300984" y="2578608"/>
            <a:ext cx="475488" cy="475488"/>
          </a:xfrm>
          <a:prstGeom prst="ellipse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300984" y="2578608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3B30"/>
                </a:solidFill>
              </a:rPr>
              <a:t>BELL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77056" y="255117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Smart Notifications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0984" y="297180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sz="900" b="0" i="0" dirty="0">
              <a:solidFill>
                <a:srgbClr val="B0B0B0"/>
              </a:solidFill>
            </a:endParaRPr>
          </a:p>
          <a:p>
            <a:pPr algn="l"/>
            <a:r>
              <a:rPr sz="900" b="0" i="0" dirty="0">
                <a:solidFill>
                  <a:srgbClr val="B0B0B0"/>
                </a:solidFill>
              </a:rPr>
              <a:t>Real-time alerts when saved vehicles update status.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16752" y="2441448"/>
            <a:ext cx="2697480" cy="10972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6126480" y="2578608"/>
            <a:ext cx="475488" cy="475488"/>
          </a:xfrm>
          <a:prstGeom prst="ellipse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126480" y="2578608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3B30"/>
                </a:solidFill>
              </a:rPr>
              <a:t>CAM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2552" y="255117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Accident Reporting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297180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sz="900" b="0" i="0" dirty="0">
              <a:solidFill>
                <a:srgbClr val="B0B0B0"/>
              </a:solidFill>
            </a:endParaRPr>
          </a:p>
          <a:p>
            <a:pPr algn="l"/>
            <a:r>
              <a:rPr sz="900" b="0" i="0" dirty="0">
                <a:solidFill>
                  <a:srgbClr val="B0B0B0"/>
                </a:solidFill>
              </a:rPr>
              <a:t>Submit collision reports with photos directly from app.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648456"/>
            <a:ext cx="2697480" cy="10972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475488" y="3785616"/>
            <a:ext cx="475488" cy="475488"/>
          </a:xfrm>
          <a:prstGeom prst="ellipse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5488" y="3785616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3B30"/>
                </a:solidFill>
              </a:rPr>
              <a:t>FAV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3758184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Saved Vehicles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" y="417880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sz="900" b="0" i="0" dirty="0">
              <a:solidFill>
                <a:srgbClr val="B0B0B0"/>
              </a:solidFill>
            </a:endParaRPr>
          </a:p>
          <a:p>
            <a:pPr algn="l"/>
            <a:r>
              <a:rPr sz="900" b="0" i="0" dirty="0">
                <a:solidFill>
                  <a:srgbClr val="B0B0B0"/>
                </a:solidFill>
              </a:rPr>
              <a:t>Bookmark &amp; monitor vehicles with Jetpack </a:t>
            </a:r>
            <a:r>
              <a:rPr sz="900" b="0" i="0" dirty="0" err="1">
                <a:solidFill>
                  <a:srgbClr val="B0B0B0"/>
                </a:solidFill>
              </a:rPr>
              <a:t>DataStore</a:t>
            </a:r>
            <a:r>
              <a:rPr sz="900" b="0" i="0" dirty="0">
                <a:solidFill>
                  <a:srgbClr val="B0B0B0"/>
                </a:solidFill>
              </a:rPr>
              <a:t>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91256" y="3648456"/>
            <a:ext cx="2697480" cy="10972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300984" y="3785616"/>
            <a:ext cx="475488" cy="475488"/>
          </a:xfrm>
          <a:prstGeom prst="ellipse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300984" y="3785616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3B30"/>
                </a:solidFill>
              </a:rPr>
              <a:t>LOG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77056" y="3758184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Search History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00984" y="417880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sz="900" b="0" i="0" dirty="0">
              <a:solidFill>
                <a:srgbClr val="B0B0B0"/>
              </a:solidFill>
            </a:endParaRPr>
          </a:p>
          <a:p>
            <a:pPr algn="l"/>
            <a:r>
              <a:rPr sz="900" b="0" i="0" dirty="0">
                <a:solidFill>
                  <a:srgbClr val="B0B0B0"/>
                </a:solidFill>
              </a:rPr>
              <a:t>Full paginated history of all past checks, stored server-side.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16752" y="3648456"/>
            <a:ext cx="2697480" cy="10972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6126480" y="3785616"/>
            <a:ext cx="475488" cy="475488"/>
          </a:xfrm>
          <a:prstGeom prst="ellipse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126480" y="3785616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3B30"/>
                </a:solidFill>
              </a:rPr>
              <a:t>LANG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02552" y="3758184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Multi-Language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26480" y="4178808"/>
            <a:ext cx="2514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sz="900" b="0" i="0" dirty="0">
              <a:solidFill>
                <a:srgbClr val="B0B0B0"/>
              </a:solidFill>
            </a:endParaRPr>
          </a:p>
          <a:p>
            <a:pPr algn="l"/>
            <a:r>
              <a:rPr sz="900" b="0" i="0" dirty="0">
                <a:solidFill>
                  <a:srgbClr val="B0B0B0"/>
                </a:solidFill>
              </a:rPr>
              <a:t>Full localization: Uzbek, Russian, and English.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3B30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How It All Works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371600"/>
            <a:ext cx="1920240" cy="2926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1920240" cy="36576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82980" y="1499616"/>
            <a:ext cx="594360" cy="594360"/>
          </a:xfrm>
          <a:prstGeom prst="ellipse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2980" y="1499616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3B30"/>
                </a:solidFill>
              </a:rPr>
              <a:t>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Android Client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23744"/>
            <a:ext cx="1188720" cy="13716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2606040"/>
            <a:ext cx="1737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B0B0"/>
                </a:solidFill>
              </a:rPr>
              <a:t>Kotlin · Jetpack Compose
Retrofit · DataStore
Coroutines · Hilt 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76856" y="2697480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08080"/>
                </a:solidFill>
              </a:rPr>
              <a:t>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1371600"/>
            <a:ext cx="1920240" cy="2926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514600" y="1371600"/>
            <a:ext cx="1920240" cy="36576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177540" y="1499616"/>
            <a:ext cx="594360" cy="594360"/>
          </a:xfrm>
          <a:prstGeom prst="ellipse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77540" y="1499616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3B30"/>
                </a:solidFill>
              </a:rPr>
              <a:t>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REST API Layer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0360" y="2523744"/>
            <a:ext cx="1188720" cy="13716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606040" y="2606040"/>
            <a:ext cx="1737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B0B0"/>
                </a:solidFill>
              </a:rPr>
              <a:t>HTTP/HTTPS
JWT Authentication
JSON Responses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1416" y="2697480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08080"/>
                </a:solidFill>
              </a:rPr>
              <a:t>&gt;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371600"/>
            <a:ext cx="1920240" cy="2926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709160" y="1371600"/>
            <a:ext cx="1920240" cy="36576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5372100" y="1499616"/>
            <a:ext cx="594360" cy="594360"/>
          </a:xfrm>
          <a:prstGeom prst="ellipse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72100" y="1499616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3B30"/>
                </a:solidFill>
              </a:rPr>
              <a:t>DJG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Django Backend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2523744"/>
            <a:ext cx="1188720" cy="13716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00600" y="2606040"/>
            <a:ext cx="1737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B0B0"/>
                </a:solidFill>
              </a:rPr>
              <a:t>Django REST Framework
Celery Task Queue
Docker Containers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5976" y="2697480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08080"/>
                </a:solidFill>
              </a:rPr>
              <a:t>&gt;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03720" y="1371600"/>
            <a:ext cx="1920240" cy="2926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903720" y="1371600"/>
            <a:ext cx="1920240" cy="36576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7566660" y="1499616"/>
            <a:ext cx="594360" cy="594360"/>
          </a:xfrm>
          <a:prstGeom prst="ellipse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566660" y="1499616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3B30"/>
                </a:solidFill>
              </a:rPr>
              <a:t>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Data Layer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69480" y="2523744"/>
            <a:ext cx="1188720" cy="13716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995160" y="2606040"/>
            <a:ext cx="1737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0B0B0"/>
                </a:solidFill>
              </a:rPr>
              <a:t>PostgreSQL (primary DB)
Redis (cache + queue)
Media file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800600"/>
            <a:ext cx="8229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dirty="0">
                <a:solidFill>
                  <a:srgbClr val="808080"/>
                </a:solidFill>
              </a:rPr>
              <a:t>All components containerized with Docker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3B30"/>
                </a:solidFill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Built With Modern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3B30"/>
                </a:solidFill>
              </a:rPr>
              <a:t>Frontend (Android)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4023360" cy="13716"/>
          </a:xfrm>
          <a:prstGeom prst="rect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4023360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36576" cy="47548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12064" y="1545336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Kotlin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1764792"/>
            <a:ext cx="3822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Primary language, null-safe, expressive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57400"/>
            <a:ext cx="4023360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36576" cy="47548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064" y="2093976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Jetpack Compose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313432"/>
            <a:ext cx="3822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Modern declarative UI toolkit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06040"/>
            <a:ext cx="4023360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2606040"/>
            <a:ext cx="36576" cy="47548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2064" y="2642616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Hilt / 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2862072"/>
            <a:ext cx="3822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Dependency injection framework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154680"/>
            <a:ext cx="4023360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3154680"/>
            <a:ext cx="36576" cy="47548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2064" y="3191256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Retrofit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3410712"/>
            <a:ext cx="3822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Type-safe HTTP client for API calls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703320"/>
            <a:ext cx="4023360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65760" y="3703320"/>
            <a:ext cx="36576" cy="47548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2064" y="3739896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DataStore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" y="3959352"/>
            <a:ext cx="3822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Persistent local key-value storage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251960"/>
            <a:ext cx="4023360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5760" y="4251960"/>
            <a:ext cx="36576" cy="47548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12064" y="4288536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Coroutines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4507992"/>
            <a:ext cx="3822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Async/await for network operations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10972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3B30"/>
                </a:solidFill>
              </a:rPr>
              <a:t>Backend &amp; Infrastructure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0" y="1417320"/>
            <a:ext cx="4023360" cy="13716"/>
          </a:xfrm>
          <a:prstGeom prst="rect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754880" y="1508760"/>
            <a:ext cx="4023360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754880" y="1508760"/>
            <a:ext cx="36576" cy="47548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184" y="1545336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Django REST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1184" y="1764792"/>
            <a:ext cx="3822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Python REST API framework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2057400"/>
            <a:ext cx="4023360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54880" y="2057400"/>
            <a:ext cx="36576" cy="47548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901184" y="2093976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1184" y="2313432"/>
            <a:ext cx="3822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Relational database for vehicle data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54880" y="2606040"/>
            <a:ext cx="4023360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754880" y="2606040"/>
            <a:ext cx="36576" cy="47548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184" y="2642616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Redis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184" y="2862072"/>
            <a:ext cx="3822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Cache layer &amp; Celery message broker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54880" y="3154680"/>
            <a:ext cx="4023360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754880" y="3154680"/>
            <a:ext cx="36576" cy="47548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901184" y="3191256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Celery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01184" y="3410712"/>
            <a:ext cx="3822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Async task queue for background jobs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3703320"/>
            <a:ext cx="4023360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754880" y="3703320"/>
            <a:ext cx="36576" cy="47548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901184" y="3739896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Docker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01184" y="3959352"/>
            <a:ext cx="3822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Containerized deployment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754880" y="4251960"/>
            <a:ext cx="4023360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4754880" y="4251960"/>
            <a:ext cx="36576" cy="47548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901184" y="4288536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JWT Auth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01184" y="4507992"/>
            <a:ext cx="3822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Token-based authentication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3B30"/>
                </a:solidFill>
              </a:rPr>
              <a:t>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Team INZOCO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1280160"/>
            <a:ext cx="2606040" cy="3200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84048" y="1280160"/>
            <a:ext cx="2606040" cy="36576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357884" y="1481328"/>
            <a:ext cx="658368" cy="658368"/>
          </a:xfrm>
          <a:prstGeom prst="ellipse">
            <a:avLst/>
          </a:prstGeom>
          <a:solidFill>
            <a:srgbClr val="3A100E"/>
          </a:solidFill>
          <a:ln w="1905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57884" y="148132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3B30"/>
                </a:solidFill>
              </a:rPr>
              <a:t>JI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28600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Jahongir Islomov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578608"/>
            <a:ext cx="2423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08080"/>
                </a:solidFill>
              </a:rPr>
              <a:t>ID: 230033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816352"/>
            <a:ext cx="2057400" cy="228600"/>
          </a:xfrm>
          <a:prstGeom prst="rect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281635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3B30"/>
                </a:solidFill>
              </a:rPr>
              <a:t>UI Designer &amp; Android Dev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54679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• Designed all app screens &amp; UI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447287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• Implemented Jetpack Compose layouts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739895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• Material Design 3 theming &amp; dark mode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280160"/>
            <a:ext cx="2606040" cy="3200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0" y="1280160"/>
            <a:ext cx="2606040" cy="36576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174236" y="1481328"/>
            <a:ext cx="658368" cy="658368"/>
          </a:xfrm>
          <a:prstGeom prst="ellipse">
            <a:avLst/>
          </a:prstGeom>
          <a:solidFill>
            <a:srgbClr val="3A100E"/>
          </a:solidFill>
          <a:ln w="1905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74236" y="148132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3B30"/>
                </a:solidFill>
              </a:rPr>
              <a:t>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228600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Axror Nosirov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2578608"/>
            <a:ext cx="2423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08080"/>
                </a:solidFill>
              </a:rPr>
              <a:t>ID: 230085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0" y="2816352"/>
            <a:ext cx="2057400" cy="228600"/>
          </a:xfrm>
          <a:prstGeom prst="rect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74720" y="281635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3B30"/>
                </a:solidFill>
              </a:rPr>
              <a:t>Backend Developer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28416" y="3154679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• Built Django REST API endpoints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28416" y="3447287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• PostgreSQL schema &amp; migrations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28416" y="3739895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• Docker containerization &amp; deployment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16752" y="1280160"/>
            <a:ext cx="2606040" cy="3200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016752" y="1280160"/>
            <a:ext cx="2606040" cy="36576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990588" y="1481328"/>
            <a:ext cx="658368" cy="658368"/>
          </a:xfrm>
          <a:prstGeom prst="ellipse">
            <a:avLst/>
          </a:prstGeom>
          <a:solidFill>
            <a:srgbClr val="3A100E"/>
          </a:solidFill>
          <a:ln w="1905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990588" y="148132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3B30"/>
                </a:solidFill>
              </a:rPr>
              <a:t>JV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08192" y="228600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Jamshid Vakhobov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08192" y="2578608"/>
            <a:ext cx="2423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08080"/>
                </a:solidFill>
              </a:rPr>
              <a:t>ID: 230165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91072" y="2816352"/>
            <a:ext cx="2057400" cy="228600"/>
          </a:xfrm>
          <a:prstGeom prst="rect">
            <a:avLst/>
          </a:prstGeom>
          <a:solidFill>
            <a:srgbClr val="3A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91072" y="281635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3B30"/>
                </a:solidFill>
              </a:rPr>
              <a:t>Android Dev &amp; API Lead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4768" y="3154679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• Retrofit integration &amp; API testing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447287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• Hilt DI setup &amp; architecture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44768" y="3739895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0B0"/>
                </a:solidFill>
              </a:rPr>
              <a:t>• Celery async tasks &amp; Redis caching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943600" y="731520"/>
            <a:ext cx="4114800" cy="4114800"/>
          </a:xfrm>
          <a:prstGeom prst="ellipse">
            <a:avLst/>
          </a:prstGeom>
          <a:solidFill>
            <a:srgbClr val="280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3B30"/>
                </a:solidFill>
              </a:rPr>
              <a:t>AutoChecker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72768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B0B0"/>
                </a:solidFill>
              </a:rPr>
              <a:t>Verify Any Vehicle. Instantly.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84831"/>
            <a:ext cx="2743200" cy="13716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231136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3B30"/>
                </a:solidFill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311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0B0"/>
                </a:solidFill>
              </a:rPr>
              <a:t>Protects buyers from fraud and hidden damage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60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3B30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60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0B0"/>
                </a:solidFill>
              </a:rPr>
              <a:t>Provides full accident, legal &amp; mileage history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9504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3B30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950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0B0"/>
                </a:solidFill>
              </a:rPr>
              <a:t>Multi-language: Uzbek, Russian, English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1868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3B30"/>
                </a:solidFill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186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0B0"/>
                </a:solidFill>
              </a:rPr>
              <a:t>Fully containerized, production-ready 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54787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3B30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478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0B0"/>
                </a:solidFill>
              </a:rPr>
              <a:t>Clean architecture: MVVM + Hilt + Coroutines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Thank You!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800600"/>
            <a:ext cx="8229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</a:rPr>
              <a:t>Team INZOCO  ·  Modern Web &amp; Mobile Applications  ·  202</a:t>
            </a:r>
            <a:r>
              <a:rPr lang="en-US" sz="900" b="0" i="0">
                <a:solidFill>
                  <a:srgbClr val="808080"/>
                </a:solidFill>
              </a:rPr>
              <a:t>6</a:t>
            </a:r>
            <a:endParaRPr sz="900" b="0" i="0">
              <a:solidFill>
                <a:srgbClr val="808080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583679" y="914400"/>
            <a:ext cx="1828800" cy="3657600"/>
          </a:xfrm>
          <a:prstGeom prst="rect">
            <a:avLst/>
          </a:prstGeom>
          <a:solidFill>
            <a:srgbClr val="1C1C1C"/>
          </a:solidFill>
          <a:ln w="1905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screen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687" y="1024128"/>
            <a:ext cx="1700784" cy="343814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69479" y="4517136"/>
            <a:ext cx="457200" cy="22860"/>
          </a:xfrm>
          <a:prstGeom prst="rect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929</Words>
  <Application>Microsoft Office PowerPoint</Application>
  <PresentationFormat>On-screen Show (16:9)</PresentationFormat>
  <Paragraphs>235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Jamshid Vakhobov</cp:lastModifiedBy>
  <cp:revision>4</cp:revision>
  <dcterms:created xsi:type="dcterms:W3CDTF">2013-01-27T09:14:16Z</dcterms:created>
  <dcterms:modified xsi:type="dcterms:W3CDTF">2026-05-03T05:02:49Z</dcterms:modified>
  <cp:category/>
</cp:coreProperties>
</file>
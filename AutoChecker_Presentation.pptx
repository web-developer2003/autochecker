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820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217920" y="1097280"/>
            <a:ext cx="3474720" cy="3474720"/>
          </a:xfrm>
          <a:prstGeom prst="ellipse">
            <a:avLst/>
          </a:prstGeom>
          <a:solidFill>
            <a:srgbClr val="500F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3B30"/>
                </a:solidFill>
              </a:rPr>
              <a:t>AutoChecker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0B0"/>
                </a:solidFill>
              </a:rPr>
              <a:t>Verify Any Vehicle. Instantly.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</a:rPr>
              <a:t>Mobile Application — Final Project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97480"/>
            <a:ext cx="3200400" cy="1371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B0B0"/>
                </a:solidFill>
              </a:rPr>
              <a:t>Team  INZOCO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906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</a:rPr>
              <a:t>Jahongir Islomov (230033)  ·  UI &amp; Android Dev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</a:rPr>
              <a:t>Axror Nosirov (230085)  ·  Backend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02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8080"/>
                </a:solidFill>
              </a:rPr>
              <a:t>Jamshid Vakhobov (230165)  ·  Android &amp;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79" y="731520"/>
            <a:ext cx="1828800" cy="365760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cree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7" y="841248"/>
            <a:ext cx="1700784" cy="343814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269479" y="433425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</a:rPr>
              <a:t>MODERN WEB &amp; MOBILE APPLICATIONS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Buying a Used Car is a Gamble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0B0"/>
                </a:solidFill>
              </a:rPr>
              <a:t>Consumers have no simple, affordable way to verify vehicle history before purchase.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92024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85216" y="1975104"/>
            <a:ext cx="530352" cy="530352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5216" y="197510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3B30"/>
                </a:solidFill>
              </a:rPr>
              <a:t>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06040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Hidden Accident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017520"/>
            <a:ext cx="17007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</a:rPr>
              <a:t>Sellers conceal past collisions &amp; damage 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828800"/>
            <a:ext cx="192024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42616" y="1975104"/>
            <a:ext cx="530352" cy="530352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42616" y="197510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3B30"/>
                </a:solidFill>
              </a:rPr>
              <a:t>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606040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Odometer Fraud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4328" y="3017520"/>
            <a:ext cx="17007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</a:rPr>
              <a:t>Mileage rolled back to inflate resale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828800"/>
            <a:ext cx="192024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700016" y="1975104"/>
            <a:ext cx="530352" cy="530352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0016" y="197510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3B30"/>
                </a:solidFill>
              </a:rPr>
              <a:t>LAW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606040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Unknown Legal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1728" y="3017520"/>
            <a:ext cx="17007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</a:rPr>
              <a:t>Stolen, pledged or arrested vehicles re-sold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1828800"/>
            <a:ext cx="1920240" cy="2286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57416" y="1975104"/>
            <a:ext cx="530352" cy="530352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57416" y="1975104"/>
            <a:ext cx="5303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3B30"/>
                </a:solidFill>
              </a:rPr>
              <a:t>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2606040"/>
            <a:ext cx="1700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 Verification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3017520"/>
            <a:ext cx="170078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0"/>
                </a:solidFill>
              </a:rPr>
              <a:t>Existing tools are expensive or hard to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B30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One App. Complete Vehicle History.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B0B0"/>
                </a:solidFill>
              </a:rPr>
              <a:t>A free Android app that lets anyone look up a vehicle's full history in seconds — by plate or VIN.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7632"/>
            <a:ext cx="4069080" cy="7498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36576" cy="7498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719072"/>
            <a:ext cx="548640" cy="201168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7007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Instant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1168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Enter plate or VIN. Get results in under 2 seconds from local DB.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87168"/>
            <a:ext cx="4069080" cy="7498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36576" cy="7498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6928" y="2578608"/>
            <a:ext cx="548640" cy="201168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5786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560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Full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87121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Accidents, mileage, insurance, legal status &amp; service records.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46704"/>
            <a:ext cx="4069080" cy="7498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346704"/>
            <a:ext cx="36576" cy="7498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3438144"/>
            <a:ext cx="548640" cy="201168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34381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419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Live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373075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Get notified the moment a saved vehicle's status changes.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1627632"/>
            <a:ext cx="4069080" cy="7498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00600" y="1627632"/>
            <a:ext cx="36576" cy="7498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910328" y="1719072"/>
            <a:ext cx="548640" cy="201168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10328" y="171907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LANG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17007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Multi-Language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0328" y="2011680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Uzbek, Russian, English — accessible to all local users.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2487168"/>
            <a:ext cx="4069080" cy="7498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00600" y="2487168"/>
            <a:ext cx="36576" cy="7498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910328" y="2578608"/>
            <a:ext cx="548640" cy="201168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10328" y="25786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CAM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2560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Accident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10328" y="2871216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Document and submit collision data with photos from your phone.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346704"/>
            <a:ext cx="4069080" cy="7498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800600" y="3346704"/>
            <a:ext cx="36576" cy="74980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910328" y="3438144"/>
            <a:ext cx="548640" cy="201168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10328" y="343814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SAVE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3419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Saved Vehicles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10328" y="3730752"/>
            <a:ext cx="3840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Bookmark &amp; track vehicles over time using Jetpack DataStore.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</a:rPr>
              <a:t>APP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Authentication &amp; Home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1005840"/>
            <a:ext cx="1920240" cy="384048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515" y="1018812"/>
            <a:ext cx="1704970" cy="344473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7400" y="479145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69080" y="1005840"/>
            <a:ext cx="1920240" cy="384048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133" y="1021842"/>
            <a:ext cx="1710759" cy="34564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00600" y="479145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41883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B0B0B0"/>
                </a:solidFill>
              </a:rPr>
              <a:t>Login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765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08080"/>
                </a:solidFill>
              </a:rPr>
              <a:t>JWT auth · </a:t>
            </a:r>
            <a:r>
              <a:rPr sz="900" b="0" i="0" dirty="0" err="1">
                <a:solidFill>
                  <a:srgbClr val="808080"/>
                </a:solidFill>
              </a:rPr>
              <a:t>DataStore</a:t>
            </a:r>
            <a:r>
              <a:rPr sz="900" b="0" i="0" dirty="0">
                <a:solidFill>
                  <a:srgbClr val="808080"/>
                </a:solidFill>
              </a:rPr>
              <a:t> token 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45084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B0B0B0"/>
                </a:solidFill>
              </a:rPr>
              <a:t>Home / Search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5994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08080"/>
                </a:solidFill>
              </a:rPr>
              <a:t>Plate &amp; VIN · Source selector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188720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40880" y="1188720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2344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Secure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481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JWT tokens stored safely in DataStore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892808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40880" y="1892808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Smart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854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Search by License Plate or VIN number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596896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40880" y="2596896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2642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Source Select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889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Local DB / Gov API / Internet 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300984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40880" y="3300984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3346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Quick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5935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Report accidents directly from home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</a:rPr>
              <a:t>APP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Vehicle Summary &amp; Full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1005840"/>
            <a:ext cx="1920240" cy="384048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_vehicl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115568"/>
            <a:ext cx="1792224" cy="3621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7400" y="479145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69080" y="1005840"/>
            <a:ext cx="1920240" cy="384048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_full_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115568"/>
            <a:ext cx="1792224" cy="36210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00600" y="479145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3428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B0B0B0"/>
                </a:solidFill>
              </a:rPr>
              <a:t>Vehicle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1713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08080"/>
                </a:solidFill>
              </a:rPr>
              <a:t>Specs · Legal · Save bookmark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3428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B0B0B0"/>
                </a:solidFill>
              </a:rPr>
              <a:t>Full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52856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08080"/>
                </a:solidFill>
              </a:rPr>
              <a:t>Accidents · Mileage · Insurance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188720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40880" y="1188720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2344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 Badge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481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CLEAN / WARNING / STOLEN at a glance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892808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40880" y="1892808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Legal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854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Stolen · Pledge · Restrictions · Arrest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596896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40880" y="2596896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2642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Accident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889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Full timeline with severity &amp; repair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300984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40880" y="3300984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3346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Mileage Chart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5935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Year-by-year odometer trend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</a:rPr>
              <a:t>APP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Report Accident &amp; Search History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25880" y="1005840"/>
            <a:ext cx="1920240" cy="384048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creen_report_acc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115568"/>
            <a:ext cx="1792224" cy="3621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057400" y="479145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69080" y="1005840"/>
            <a:ext cx="1920240" cy="384048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8" y="1115568"/>
            <a:ext cx="1792224" cy="362102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00600" y="479145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43525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B0B0B0"/>
                </a:solidFill>
              </a:rPr>
              <a:t>Report Accident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08843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</a:rPr>
              <a:t>Plate · Type · Photos · 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393319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B0B0B0"/>
                </a:solidFill>
              </a:rPr>
              <a:t>Search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411543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808080"/>
                </a:solidFill>
              </a:rPr>
              <a:t>Paginated · Status color-coded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1188720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040880" y="1188720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23444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Photo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4813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Up to 5 photos per accident report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892808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040880" y="1892808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193852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Accident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8541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Rear · Front · Side · Rollover categories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596896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040880" y="2596896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264261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Full 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889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Server-side paginated past lookups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300984"/>
            <a:ext cx="1920240" cy="5943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040880" y="3300984"/>
            <a:ext cx="36576" cy="59436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78040" y="3346704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Color 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5935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</a:rPr>
              <a:t>Green CLEAN · Yellow WARNING · Red STOLEN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B30"/>
                </a:solidFill>
              </a:rPr>
              <a:t>APP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Profile, Settings &amp; Saved Vehicles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02252" y="973836"/>
            <a:ext cx="1920240" cy="384048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602" y="1042416"/>
            <a:ext cx="1792224" cy="36210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343400" y="479145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63710" y="395935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B0B0B0"/>
                </a:solidFill>
              </a:rPr>
              <a:t>Profile &amp; Settings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3710" y="40965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dirty="0">
                <a:solidFill>
                  <a:srgbClr val="808080"/>
                </a:solidFill>
              </a:rPr>
              <a:t>Edit · Language · Appearance · Legal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097280"/>
            <a:ext cx="347472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36576" cy="6400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1188720"/>
            <a:ext cx="502920" cy="18288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1887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17043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Edit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4447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Update name, email, and avatar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47088"/>
            <a:ext cx="347472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1847088"/>
            <a:ext cx="36576" cy="6400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" y="1938528"/>
            <a:ext cx="502920" cy="18288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1938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LANG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19202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Multi-Language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1945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English · Uzbek · Russian supported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96896"/>
            <a:ext cx="347472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2596896"/>
            <a:ext cx="36576" cy="6400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2688336"/>
            <a:ext cx="502920" cy="18288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26883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DARK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2670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Dark / 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9443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Follows system theme with manual override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346704"/>
            <a:ext cx="347472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3346704"/>
            <a:ext cx="36576" cy="6400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2920" y="3438144"/>
            <a:ext cx="502920" cy="18288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438144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BELL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34198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694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Alerts when saved vehicle status changes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096512"/>
            <a:ext cx="347472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096512"/>
            <a:ext cx="36576" cy="6400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4187952"/>
            <a:ext cx="502920" cy="18288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4187952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LEGAL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16966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Terms &amp; Privacy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44398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In-app legal documents and privacy policy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1417320"/>
            <a:ext cx="237744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0" y="1417320"/>
            <a:ext cx="36576" cy="7315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720840" y="1508760"/>
            <a:ext cx="457200" cy="18288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20840" y="15087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FAV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1490472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Saved Vehicles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178308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Bookmark any vehicle for quick re-check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0" y="2295144"/>
            <a:ext cx="237744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583680" y="2295144"/>
            <a:ext cx="36576" cy="7315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720840" y="2386584"/>
            <a:ext cx="457200" cy="18288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20840" y="238658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236829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DataStore Cache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2660904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Persists offline using Jetpack DataStore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0" y="3172968"/>
            <a:ext cx="2377440" cy="73152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583680" y="3172968"/>
            <a:ext cx="36576" cy="73152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720840" y="3264408"/>
            <a:ext cx="457200" cy="18288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20840" y="32644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3B30"/>
                </a:solidFill>
              </a:rPr>
              <a:t>SYNC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69480" y="3246120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Re-check Anytime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3538728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B0B0"/>
                </a:solidFill>
              </a:rPr>
              <a:t>Re-run search on saved vehicles instantly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AutoChecker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75488" y="1371600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371600"/>
            <a:ext cx="47548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3B30"/>
                </a:solidFill>
              </a:rPr>
              <a:t>VIN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44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</a:rPr>
              <a:t>VIN / Plate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76479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Instant lookup via REST API. Results in under 2s from local 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1256" y="1234440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300984" y="1371600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00984" y="13716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1344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Accident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00984" y="176479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Full collision records with severity, repair status &amp; photos.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2" y="1234440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126480" y="1371600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3716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1344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Legal Status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764792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Stolen vehicles, pledges, restrictions &amp; arrest flags.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441448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5488" y="2578608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" y="25786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KM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55117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Mileage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2971800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Odometer history with year-by-year trend chart.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91256" y="2441448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300984" y="2578608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00984" y="25786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BELL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6" y="255117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Smart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00984" y="29718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Real-time alerts when saved vehicles update status.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16752" y="2441448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26480" y="2578608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26480" y="25786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CAM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255117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Accident 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9718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Submit collision reports with photos directly from app.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648456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75488" y="3785616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5488" y="378561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FAV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375818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Saved Vehicles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17880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Bookmark &amp; monitor vehicles with Jetpack </a:t>
            </a:r>
            <a:r>
              <a:rPr sz="900" b="0" i="0" dirty="0" err="1">
                <a:solidFill>
                  <a:srgbClr val="B0B0B0"/>
                </a:solidFill>
              </a:rPr>
              <a:t>DataStore</a:t>
            </a:r>
            <a:r>
              <a:rPr sz="900" b="0" i="0" dirty="0">
                <a:solidFill>
                  <a:srgbClr val="B0B0B0"/>
                </a:solidFill>
              </a:rPr>
              <a:t>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91256" y="3648456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300984" y="3785616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00984" y="378561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77056" y="375818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Search History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00984" y="4178808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Full paginated history of all past checks, stored server-side.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16752" y="3648456"/>
            <a:ext cx="2697480" cy="10972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126480" y="3785616"/>
            <a:ext cx="475488" cy="475488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26480" y="378561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LANG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02552" y="3758184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Multi-Language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4178808"/>
            <a:ext cx="2514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900" b="0" i="0" dirty="0">
              <a:solidFill>
                <a:srgbClr val="B0B0B0"/>
              </a:solidFill>
            </a:endParaRPr>
          </a:p>
          <a:p>
            <a:pPr algn="l"/>
            <a:r>
              <a:rPr sz="900" b="0" i="0" dirty="0">
                <a:solidFill>
                  <a:srgbClr val="B0B0B0"/>
                </a:solidFill>
              </a:rPr>
              <a:t>Full localization: Uzbek, Russian, and English.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3B30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How It All Works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192024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92024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82980" y="1499616"/>
            <a:ext cx="594360" cy="594360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2980" y="149961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3B30"/>
                </a:solidFill>
              </a:rPr>
              <a:t>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Android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23744"/>
            <a:ext cx="11887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0B0"/>
                </a:solidFill>
              </a:rPr>
              <a:t>Kotlin · Jetpack Compose
Retrofit · DataStore
Coroutines · Hilt 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856" y="2697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08080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371600"/>
            <a:ext cx="192024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14600" y="1371600"/>
            <a:ext cx="192024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177540" y="1499616"/>
            <a:ext cx="594360" cy="594360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77540" y="149961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3B30"/>
                </a:solidFill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REST API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2523744"/>
            <a:ext cx="11887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06040" y="26060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0B0"/>
                </a:solidFill>
              </a:rPr>
              <a:t>HTTP/HTTPS
JWT Authentication
JSON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2697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08080"/>
                </a:solidFill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371600"/>
            <a:ext cx="192024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09160" y="1371600"/>
            <a:ext cx="192024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72100" y="1499616"/>
            <a:ext cx="594360" cy="594360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72100" y="149961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3B30"/>
                </a:solidFill>
              </a:rPr>
              <a:t>DJG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Django Backend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4920" y="2523744"/>
            <a:ext cx="11887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26060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0B0"/>
                </a:solidFill>
              </a:rPr>
              <a:t>Django REST Framework
Celery Task Queue
Docker Containers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5976" y="269748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08080"/>
                </a:solidFill>
              </a:rP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03720" y="1371600"/>
            <a:ext cx="192024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03720" y="1371600"/>
            <a:ext cx="192024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566660" y="1499616"/>
            <a:ext cx="594360" cy="594360"/>
          </a:xfrm>
          <a:prstGeom prst="ellipse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66660" y="1499616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3B30"/>
                </a:solidFill>
              </a:rPr>
              <a:t>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217627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2523744"/>
            <a:ext cx="1188720" cy="1371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95160" y="260604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B0B0"/>
                </a:solidFill>
              </a:rPr>
              <a:t>PostgreSQL (primary DB)
Redis (cache + queue)
Media file 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</a:rPr>
              <a:t>All components containerized with Docker  ·  Deployed on cloud server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Built With Modern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</a:rPr>
              <a:t>Frontend (Android)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4023360" cy="13716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54533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Kotlin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6479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Primary language, null-safe, expressive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05740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" y="209397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Jetpack Compose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231343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Modern declarative UI toolkit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60604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264261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Hilt / 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286207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Dependency injection framework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5468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15468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319125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Retrofit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41071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Type-safe HTTP client for API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370332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373989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DataStore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395935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Persistent local key-value storage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25196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25196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428853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Coroutines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450799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Async/await for network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1097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B30"/>
                </a:solidFill>
              </a:rPr>
              <a:t>Backend &amp; Infrastructure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0" y="1417320"/>
            <a:ext cx="4023360" cy="13716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0" y="150876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0" y="150876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184" y="154533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Django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1184" y="176479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Python REST API framework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0" y="205740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0" y="205740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01184" y="209397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1184" y="231343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Relational database for vehicle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260604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754880" y="260604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184" y="264261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01184" y="286207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Cache layer &amp; Celery message broker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315468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754880" y="315468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901184" y="319125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Celery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1184" y="341071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Async task queue for background jobs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370332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754880" y="370332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01184" y="373989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01184" y="395935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Containerized deployment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4251960"/>
            <a:ext cx="4023360" cy="47548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754880" y="4251960"/>
            <a:ext cx="36576" cy="475488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01184" y="4288536"/>
            <a:ext cx="38221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JWT Auth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01184" y="4507992"/>
            <a:ext cx="3822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Token-based authentication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B30"/>
                </a:solidFill>
              </a:rPr>
              <a:t>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INZOCO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280160"/>
            <a:ext cx="260604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4048" y="1280160"/>
            <a:ext cx="260604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57884" y="1481328"/>
            <a:ext cx="658368" cy="658368"/>
          </a:xfrm>
          <a:prstGeom prst="ellipse">
            <a:avLst/>
          </a:prstGeom>
          <a:solidFill>
            <a:srgbClr val="3A100E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57884" y="148132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3B30"/>
                </a:solidFill>
              </a:rPr>
              <a:t>JI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Jahongir Islomov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78608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</a:rPr>
              <a:t>ID: 230033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816352"/>
            <a:ext cx="2057400" cy="22860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81635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UI Designer &amp; Android 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315467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Designed all app screens &amp; UI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344728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Implemented Jetpack Compose layouts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739895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Material Design 3 theming &amp; dark mode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280160"/>
            <a:ext cx="260604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0" y="1280160"/>
            <a:ext cx="260604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174236" y="1481328"/>
            <a:ext cx="658368" cy="658368"/>
          </a:xfrm>
          <a:prstGeom prst="ellipse">
            <a:avLst/>
          </a:prstGeom>
          <a:solidFill>
            <a:srgbClr val="3A100E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74236" y="148132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3B30"/>
                </a:solidFill>
              </a:rPr>
              <a:t>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286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Axror Nosirov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578608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</a:rPr>
              <a:t>ID: 230085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816352"/>
            <a:ext cx="2057400" cy="22860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281635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Backend Developer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8416" y="315467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Built Django REST API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344728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PostgreSQL schema &amp; migrations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28416" y="3739895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Docker containerization &amp;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16752" y="1280160"/>
            <a:ext cx="260604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16752" y="1280160"/>
            <a:ext cx="2606040" cy="3657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990588" y="1481328"/>
            <a:ext cx="658368" cy="658368"/>
          </a:xfrm>
          <a:prstGeom prst="ellipse">
            <a:avLst/>
          </a:prstGeom>
          <a:solidFill>
            <a:srgbClr val="3A100E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90588" y="1481328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3B30"/>
                </a:solidFill>
              </a:rPr>
              <a:t>JV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228600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Jamshid Vakhobov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2578608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8080"/>
                </a:solidFill>
              </a:rPr>
              <a:t>ID: 230165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2816352"/>
            <a:ext cx="2057400" cy="228600"/>
          </a:xfrm>
          <a:prstGeom prst="rect">
            <a:avLst/>
          </a:prstGeom>
          <a:solidFill>
            <a:srgbClr val="3A1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91072" y="2816352"/>
            <a:ext cx="2057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3B30"/>
                </a:solidFill>
              </a:rPr>
              <a:t>Android Dev &amp; API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315467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Retrofit integration &amp; API testing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3447287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Hilt DI setup &amp; architecture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3739895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0B0"/>
                </a:solidFill>
              </a:rPr>
              <a:t>• Celery async tasks &amp; Redis caching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731520"/>
            <a:ext cx="4114800" cy="4114800"/>
          </a:xfrm>
          <a:prstGeom prst="ellipse">
            <a:avLst/>
          </a:prstGeom>
          <a:solidFill>
            <a:srgbClr val="2808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3B30"/>
                </a:solidFill>
              </a:rPr>
              <a:t>AutoChecker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727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B0B0"/>
                </a:solidFill>
              </a:rPr>
              <a:t>Verify Any Vehicle. Instantly.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84831"/>
            <a:ext cx="2743200" cy="13716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311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Protects buyers from fraud and hidden damage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Provides full accident, legal &amp; mileage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95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Multi-language: Uzbek, Russian, 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18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18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Fully containerized, production-ready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478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B30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47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0B0"/>
                </a:solidFill>
              </a:rPr>
              <a:t>Clean architecture: MVVM + Hilt + Coroutines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8080"/>
                </a:solidFill>
              </a:rPr>
              <a:t>Team INZOCO  ·  Modern Web &amp; Mobile Applications  ·  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79" y="914400"/>
            <a:ext cx="1828800" cy="3657600"/>
          </a:xfrm>
          <a:prstGeom prst="rect">
            <a:avLst/>
          </a:prstGeom>
          <a:solidFill>
            <a:srgbClr val="1C1C1C"/>
          </a:solidFill>
          <a:ln w="1905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7" y="1024128"/>
            <a:ext cx="1700784" cy="343814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269479" y="4517136"/>
            <a:ext cx="457200" cy="2286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932</Words>
  <Application>Microsoft Office PowerPoint</Application>
  <PresentationFormat>On-screen Show (16:9)</PresentationFormat>
  <Paragraphs>235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Jamshid Vakhobov</cp:lastModifiedBy>
  <cp:revision>2</cp:revision>
  <dcterms:created xsi:type="dcterms:W3CDTF">2013-01-27T09:14:16Z</dcterms:created>
  <dcterms:modified xsi:type="dcterms:W3CDTF">2026-05-03T04:57:17Z</dcterms:modified>
  <cp:category/>
</cp:coreProperties>
</file>
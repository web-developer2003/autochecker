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31920" y="1325880"/>
            <a:ext cx="4297680" cy="384048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31920" y="1353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MODERN WEB &amp; MOBILE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500" b="1" dirty="0">
                <a:solidFill>
                  <a:srgbClr val="F8FAFC"/>
                </a:solidFill>
                <a:latin typeface="Calibri"/>
              </a:rPr>
              <a:t>App: Car-Check</a:t>
            </a:r>
          </a:p>
          <a:p>
            <a:pPr algn="ctr"/>
            <a:r>
              <a:rPr lang="en-US" sz="6500" b="1" dirty="0">
                <a:solidFill>
                  <a:srgbClr val="F8FAFC"/>
                </a:solidFill>
                <a:latin typeface="Calibri"/>
              </a:rPr>
              <a:t>Team: INZOCO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4336" y="4216480"/>
            <a:ext cx="66751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80060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Calibri"/>
              </a:rPr>
              <a:t>Jahongir </a:t>
            </a:r>
            <a:r>
              <a:rPr sz="1500" b="1" dirty="0" err="1">
                <a:solidFill>
                  <a:srgbClr val="F8FAFC"/>
                </a:solidFill>
                <a:latin typeface="Calibri"/>
              </a:rPr>
              <a:t>Islomov</a:t>
            </a:r>
            <a:endParaRPr lang="en-US" sz="1500" b="1" dirty="0">
              <a:solidFill>
                <a:srgbClr val="F8FAFC"/>
              </a:solidFill>
              <a:latin typeface="Calibri"/>
            </a:endParaRP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Calibri"/>
              </a:rPr>
              <a:t>230033</a:t>
            </a:r>
            <a:endParaRPr sz="1500" b="1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5230368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</a:rPr>
              <a:t>UI Designer &amp; Android Dev</a:t>
            </a:r>
          </a:p>
          <a:p>
            <a:pPr algn="ctr"/>
            <a:r>
              <a:rPr lang="en-US" sz="1100" b="0" dirty="0" err="1">
                <a:solidFill>
                  <a:srgbClr val="64748B"/>
                </a:solidFill>
                <a:latin typeface="Calibri"/>
              </a:rPr>
              <a:t>AutoCad</a:t>
            </a:r>
            <a:endParaRPr sz="11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480060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8FAFC"/>
                </a:solidFill>
                <a:latin typeface="Calibri"/>
              </a:rPr>
              <a:t>Axror</a:t>
            </a:r>
            <a:r>
              <a:rPr sz="1500" b="1" dirty="0">
                <a:solidFill>
                  <a:srgbClr val="F8FAFC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8FAFC"/>
                </a:solidFill>
                <a:latin typeface="Calibri"/>
              </a:rPr>
              <a:t>Nosirov</a:t>
            </a:r>
            <a:endParaRPr lang="en-US" sz="1500" b="1" dirty="0">
              <a:solidFill>
                <a:srgbClr val="F8FAFC"/>
              </a:solidFill>
              <a:latin typeface="Calibri"/>
            </a:endParaRP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Calibri"/>
              </a:rPr>
              <a:t>230085</a:t>
            </a:r>
            <a:endParaRPr sz="1500" b="1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13215" y="5281393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</a:rPr>
              <a:t>Android dev &amp; API &amp; Testing Lead</a:t>
            </a:r>
          </a:p>
          <a:p>
            <a:pPr algn="ctr"/>
            <a:endParaRPr sz="11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79" y="480060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Calibri"/>
              </a:rPr>
              <a:t>Jamshid Vakhobov</a:t>
            </a:r>
            <a:endParaRPr lang="en-US" sz="1500" b="1" dirty="0">
              <a:solidFill>
                <a:srgbClr val="F8FAFC"/>
              </a:solidFill>
              <a:latin typeface="Calibri"/>
            </a:endParaRP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Calibri"/>
              </a:rPr>
              <a:t>230165</a:t>
            </a:r>
            <a:endParaRPr sz="1500" b="1" dirty="0">
              <a:solidFill>
                <a:srgbClr val="F8FAF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525780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64748B"/>
                </a:solidFill>
              </a:rPr>
              <a:t>Backend Developer</a:t>
            </a:r>
            <a:endParaRPr sz="11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AutoChecker - Project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Buying a Used Car
is a Gamble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5943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044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923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Hidden accident history &amp; damage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758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1246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Odometer fraud &amp; mileage manipulation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4714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2569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Unknown legal status &amp; stolen 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1846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38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No easy, affordable verification tool for buyers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7315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2563EB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What are you actually buying?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AutoChecker - Project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What AutoChecker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1620" y="1736598"/>
            <a:ext cx="5943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17904" y="1901952"/>
            <a:ext cx="1901952" cy="2633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17904" y="1888236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1620" y="2123694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563EB"/>
                </a:solidFill>
                <a:latin typeface="Calibri"/>
              </a:rPr>
              <a:t>[ SEARCH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944368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VIN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3576320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Instant lookup by license
plate or VIN via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0328" y="1824228"/>
            <a:ext cx="1901952" cy="2633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10328" y="1821180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0328" y="2022348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REPORT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73558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Full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70148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Accidents, mileage, insurance,
legal status &amp; service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6528" y="1793748"/>
            <a:ext cx="1901952" cy="2633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96528" y="1793748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96528" y="1994916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SAVED 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2708148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Saved 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3412236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Save &amp; monitor vehicles
locally with </a:t>
            </a:r>
            <a:r>
              <a:rPr sz="1000" b="0" dirty="0" err="1">
                <a:solidFill>
                  <a:srgbClr val="64748B"/>
                </a:solidFill>
                <a:latin typeface="Calibri"/>
              </a:rPr>
              <a:t>DataStore</a:t>
            </a:r>
            <a:endParaRPr sz="10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3492" y="4599432"/>
            <a:ext cx="1901952" cy="2258568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28064" y="4599432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17904" y="4681728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563EB"/>
                </a:solidFill>
                <a:latin typeface="Calibri"/>
              </a:rPr>
              <a:t>[HISTORY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3812" y="513207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8FAFC"/>
                </a:solidFill>
                <a:latin typeface="Calibri"/>
              </a:rPr>
              <a:t>Search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8033" y="6080760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Paginated history of all
past checks on 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2" y="4535424"/>
            <a:ext cx="1901952" cy="2327148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10328" y="4512564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9472" y="4658868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563EB"/>
                </a:solidFill>
                <a:latin typeface="Calibri"/>
              </a:rPr>
              <a:t>[ ALERTS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102352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8FAFC"/>
                </a:solidFill>
                <a:latin typeface="Calibri"/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9873" y="5989320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Alerts for saved vehicle
status changes &amp; updates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96528" y="4539996"/>
            <a:ext cx="1901952" cy="2322576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87384" y="4526280"/>
            <a:ext cx="1901952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42248" y="4727448"/>
            <a:ext cx="1901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LOCALE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544068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Multi-Language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6044184"/>
            <a:ext cx="1627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4748B"/>
                </a:solidFill>
                <a:latin typeface="Calibri"/>
              </a:rPr>
              <a:t>Full localization: Uzbek,
Russian, English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SCREENS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Major App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5943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920240"/>
            <a:ext cx="2231136" cy="29718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920240"/>
            <a:ext cx="2231136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2121408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LOGIN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834640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Login /
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01568"/>
            <a:ext cx="1956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JWT auth, token
storage via DataStore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2" y="1920240"/>
            <a:ext cx="2231136" cy="29718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96312" y="1920240"/>
            <a:ext cx="2231136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6312" y="2121408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SEARCH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834640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Home
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3401568"/>
            <a:ext cx="1956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Enter plate or VIN
to get instant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1920240"/>
            <a:ext cx="2231136" cy="29718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9744" y="1920240"/>
            <a:ext cx="2231136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9744" y="2121408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REPORT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834640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Full
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4" y="3401568"/>
            <a:ext cx="1956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Accidents, mileage,
legal status, insurance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3176" y="1920240"/>
            <a:ext cx="2231136" cy="29718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23176" y="1920240"/>
            <a:ext cx="2231136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6" y="2121408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 SAVED 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2834640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Saved
Vehicles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3401568"/>
            <a:ext cx="1956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Manage &amp; track
bookmarked vehicles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36608" y="1920240"/>
            <a:ext cx="2231136" cy="29718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36608" y="1920240"/>
            <a:ext cx="2231136" cy="141732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36608" y="2121408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[PROFILE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834640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Profile &amp;
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3401568"/>
            <a:ext cx="19568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Edit profile, language
&amp; appearance settings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AutoChecker - Project Proposal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How It All Works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5943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656" y="2011680"/>
            <a:ext cx="2331720" cy="32461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" y="2011680"/>
            <a:ext cx="2331720" cy="1353312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1762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76148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Android
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493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Kotlin + Jetpack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0416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Retrofit + Coroutines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590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DataStore (persistence)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8376" y="3602736"/>
            <a:ext cx="5029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08376" y="3374220"/>
            <a:ext cx="502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2563EB"/>
                </a:solidFill>
                <a:latin typeface="Calibri"/>
              </a:rPr>
              <a:t>REST</a:t>
            </a:r>
            <a:endParaRPr lang="en-US" sz="900" b="1" dirty="0">
              <a:solidFill>
                <a:srgbClr val="2563EB"/>
              </a:solidFill>
              <a:latin typeface="Calibri"/>
            </a:endParaRPr>
          </a:p>
          <a:p>
            <a:pPr algn="ctr"/>
            <a:endParaRPr lang="en-US" sz="900" b="1" dirty="0">
              <a:solidFill>
                <a:srgbClr val="2563EB"/>
              </a:solidFill>
              <a:latin typeface="Calibri"/>
            </a:endParaRPr>
          </a:p>
          <a:p>
            <a:pPr algn="ctr"/>
            <a:r>
              <a:rPr sz="900" b="1" dirty="0">
                <a:solidFill>
                  <a:srgbClr val="2563EB"/>
                </a:solidFill>
                <a:latin typeface="Calibri"/>
              </a:rPr>
              <a:t>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1296" y="2011680"/>
            <a:ext cx="2331720" cy="32461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11296" y="2011680"/>
            <a:ext cx="2331720" cy="1353312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21762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76148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Django
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3493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Django REST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40416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JWT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4590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Celery + Redis (tasks)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3016" y="3602736"/>
            <a:ext cx="5029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43016" y="34015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2011680"/>
            <a:ext cx="2331720" cy="32461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45936" y="2011680"/>
            <a:ext cx="2331720" cy="1353312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21762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  DB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76148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493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Primary data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0416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Vehicle &amp; user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590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Docker containerized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77656" y="3602736"/>
            <a:ext cx="5029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7656" y="34015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Cache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2011680"/>
            <a:ext cx="2331720" cy="32461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0576" y="2011680"/>
            <a:ext cx="2331720" cy="1353312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0576" y="21762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CACHE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276148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Redis +
Celery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493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Async task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40416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Background jobs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2016" y="4590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Calibri"/>
              </a:rPr>
              <a:t>Cache layer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AutoChecker - Project Proposal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92240" y="0"/>
            <a:ext cx="5696712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Built with Modern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55648"/>
            <a:ext cx="5943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Frontend (Android)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28016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Kotlin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2331720"/>
            <a:ext cx="2350008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39696" y="2368296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Jetpack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2331720"/>
            <a:ext cx="1517904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36829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Retrofit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1636776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825496"/>
            <a:ext cx="1527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DataStore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86584" y="2788920"/>
            <a:ext cx="1755648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96312" y="2825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Coroutines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788920"/>
            <a:ext cx="1399032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2825496"/>
            <a:ext cx="1289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Hilt 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187452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803904"/>
            <a:ext cx="1764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Django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4328" y="3767328"/>
            <a:ext cx="1755648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34056" y="38039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9704" y="3767328"/>
            <a:ext cx="1161288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2" y="380390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" y="4251960"/>
            <a:ext cx="128016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28396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8FAFC"/>
                </a:solidFill>
                <a:latin typeface="Calibri"/>
              </a:rPr>
              <a:t>Celery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0824" y="4251960"/>
            <a:ext cx="128016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4283964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8FAFC"/>
                </a:solidFill>
                <a:latin typeface="Calibri"/>
              </a:rPr>
              <a:t>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94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EXPECTED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960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Value for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199339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19202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Avoid buying fraudulent or accident-damaged vehicles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0175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8" y="294436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Make confident, data-driven purchasing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40416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96849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CBD5E1"/>
                </a:solidFill>
                <a:latin typeface="Calibri"/>
              </a:rPr>
              <a:t>Stay informed on saved vehicles with real-time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5065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992624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Accessible in multiple languages for local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AutoChecker - Project Proposal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415</Words>
  <Application>Microsoft Office PowerPoint</Application>
  <PresentationFormat>Custom</PresentationFormat>
  <Paragraphs>125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Jamshid Vakhobov</cp:lastModifiedBy>
  <cp:revision>4</cp:revision>
  <dcterms:created xsi:type="dcterms:W3CDTF">2013-01-27T09:14:16Z</dcterms:created>
  <dcterms:modified xsi:type="dcterms:W3CDTF">2026-03-24T05:14:15Z</dcterms:modified>
  <cp:category/>
</cp:coreProperties>
</file>